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Geist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F9F2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1" name="Google Shape;2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74" y="575444"/>
            <a:ext cx="2661642" cy="399253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3925119" y="445219"/>
            <a:ext cx="4722763" cy="63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CSE 308 Operating System Sessional Project Ideas :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1191741"/>
            <a:ext cx="51799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Geist"/>
              <a:buNone/>
            </a:pPr>
            <a:r>
              <a:rPr lang="en-US" sz="1200" b="0" i="0" u="none" strike="noStrike" cap="none" dirty="0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Course Code:</a:t>
            </a: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CSE 308  |  </a:t>
            </a:r>
            <a:r>
              <a:rPr lang="en-US" sz="1200" b="0" i="0" u="none" strike="noStrike" cap="none" dirty="0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Course Title:</a:t>
            </a: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Operating System Sessional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14" y="2454774"/>
            <a:ext cx="4722763" cy="14288"/>
          </a:xfrm>
          <a:prstGeom prst="rect">
            <a:avLst/>
          </a:prstGeom>
          <a:solidFill>
            <a:srgbClr val="0067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5" name="Google Shape;25;p4"/>
          <p:cNvSpPr/>
          <p:nvPr/>
        </p:nvSpPr>
        <p:spPr>
          <a:xfrm>
            <a:off x="3925115" y="2665106"/>
            <a:ext cx="4722763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Ragib Mahtab Oyon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925115" y="2885057"/>
            <a:ext cx="47227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202414054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925115" y="3109302"/>
            <a:ext cx="4722763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Md. Miraz Morshed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925117" y="3326308"/>
            <a:ext cx="47227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202414065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925118" y="3553498"/>
            <a:ext cx="4722763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Farhan Sadik Tahsin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925118" y="3770504"/>
            <a:ext cx="47227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202414072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925119" y="3986064"/>
            <a:ext cx="4722763" cy="159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 M Sabit Uz Zaman Arpon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925119" y="4189214"/>
            <a:ext cx="47227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sz="12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202414077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925119" y="4523110"/>
            <a:ext cx="5179963" cy="17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DD3D9-307A-C1A0-DCE3-77555A40D617}"/>
              </a:ext>
            </a:extLst>
          </p:cNvPr>
          <p:cNvSpPr txBox="1"/>
          <p:nvPr/>
        </p:nvSpPr>
        <p:spPr>
          <a:xfrm>
            <a:off x="3850773" y="1867421"/>
            <a:ext cx="4646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Group Name </a:t>
            </a:r>
            <a:r>
              <a:rPr lang="en-US" sz="1600" dirty="0"/>
              <a:t>: </a:t>
            </a:r>
            <a:r>
              <a:rPr lang="en-US" sz="1600" b="1" dirty="0"/>
              <a:t>MISTERS</a:t>
            </a:r>
            <a:r>
              <a:rPr lang="en-US" sz="1600" dirty="0"/>
              <a:t> (B3)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96119" y="404664"/>
            <a:ext cx="603796" cy="158055"/>
          </a:xfrm>
          <a:prstGeom prst="roundRect">
            <a:avLst>
              <a:gd name="adj" fmla="val 47426"/>
            </a:avLst>
          </a:prstGeom>
          <a:solidFill>
            <a:srgbClr val="CCF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58552" y="435843"/>
            <a:ext cx="936129" cy="95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650"/>
              <a:buFont typeface="Geist"/>
              <a:buNone/>
            </a:pPr>
            <a:r>
              <a:rPr lang="en-US" sz="6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PROJECT 01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96119" y="593229"/>
            <a:ext cx="8151763" cy="32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Common Extension Hub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707" y="1173325"/>
            <a:ext cx="2688058" cy="268805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3442841" y="1568873"/>
            <a:ext cx="5209800" cy="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442879" y="1876128"/>
            <a:ext cx="52098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Installing extensions separately in Chrome, Edge, Firefox, and Brave is </a:t>
            </a:r>
            <a:r>
              <a:rPr lang="en-US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repetitive</a:t>
            </a: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and difficult to manage.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442841" y="2484108"/>
            <a:ext cx="5209800" cy="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42841" y="2791288"/>
            <a:ext cx="5209800" cy="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Geist"/>
              <a:buNone/>
            </a:pP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 single application to </a:t>
            </a:r>
            <a:r>
              <a:rPr lang="en-US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search, install, update, enable/disable, and remove</a:t>
            </a: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extensions across all browsers.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442879" y="3399343"/>
            <a:ext cx="5209800" cy="1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0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Architecture Flow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3979143"/>
            <a:ext cx="2717229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600224" y="4471988"/>
            <a:ext cx="2509019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User Interface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13348" y="3979143"/>
            <a:ext cx="2717229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3317453" y="4471988"/>
            <a:ext cx="2509019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Extension Hub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30578" y="3979143"/>
            <a:ext cx="2717229" cy="41642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6034683" y="4471988"/>
            <a:ext cx="2509019" cy="16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All Browsers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496119" y="447452"/>
            <a:ext cx="2748558" cy="208583"/>
          </a:xfrm>
          <a:prstGeom prst="roundRect">
            <a:avLst>
              <a:gd name="adj" fmla="val 47407"/>
            </a:avLst>
          </a:prstGeom>
          <a:noFill/>
          <a:ln w="9525" cap="flat" cmpd="sng">
            <a:solidFill>
              <a:srgbClr val="0067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578495" y="488603"/>
            <a:ext cx="3041005" cy="12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850"/>
              <a:buFont typeface="Geist"/>
              <a:buNone/>
            </a:pPr>
            <a:r>
              <a:rPr lang="en-US" sz="850" b="0" i="0" u="none" strike="noStrike" cap="none">
                <a:solidFill>
                  <a:srgbClr val="006747"/>
                </a:solidFill>
                <a:latin typeface="Geist"/>
                <a:ea typeface="Geist"/>
                <a:cs typeface="Geist"/>
                <a:sym typeface="Geist"/>
              </a:rPr>
              <a:t>PROJECT 01 — OS CONCEPTS &amp; IMPLEMENTATION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96119" y="709240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Common Extension Hub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96119" y="1470868"/>
            <a:ext cx="3908375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OS Concepts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835051"/>
            <a:ext cx="1887662" cy="95629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728663" y="1991395"/>
            <a:ext cx="1498774" cy="64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Processes &amp; Process Management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6758" y="1835051"/>
            <a:ext cx="1887736" cy="95629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2749302" y="1991395"/>
            <a:ext cx="1498848" cy="64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Inter-Process Communication (IPC)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924324"/>
            <a:ext cx="1887662" cy="7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728663" y="3080668"/>
            <a:ext cx="1498774" cy="42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File System &amp; Browser Profiles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6758" y="2924324"/>
            <a:ext cx="1887736" cy="7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2749302" y="3080668"/>
            <a:ext cx="1498848" cy="42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User Permissions &amp; Access Control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3799061"/>
            <a:ext cx="1887662" cy="7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728663" y="3955405"/>
            <a:ext cx="1498774" cy="429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Threading &amp; Concurrency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744269" y="1470868"/>
            <a:ext cx="3908375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50"/>
              <a:buFont typeface="Arial"/>
              <a:buNone/>
            </a:pPr>
            <a:r>
              <a:rPr lang="en-US" sz="14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744269" y="1818382"/>
            <a:ext cx="3908375" cy="91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Desktop application + browser profile detection + extension management module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Expected:</a:t>
            </a: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Single-click extension management across all browsers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744269" y="2863155"/>
            <a:ext cx="3908375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50"/>
              <a:buFont typeface="Arial"/>
              <a:buNone/>
            </a:pPr>
            <a:r>
              <a:rPr lang="en-US" sz="14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744269" y="3210669"/>
            <a:ext cx="3908375" cy="47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Installation time &amp; user steps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Resource usage &amp; usability feedback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744269" y="3822799"/>
            <a:ext cx="3908375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50"/>
              <a:buFont typeface="Arial"/>
              <a:buNone/>
            </a:pPr>
            <a:r>
              <a:rPr lang="en-US" sz="14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744269" y="4170313"/>
            <a:ext cx="3908375" cy="47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Cloud sync, enterprise deployment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2606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Geist"/>
              <a:buChar char="•"/>
            </a:pPr>
            <a:r>
              <a:rPr lang="en-US" sz="12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Extension recommendations, Linux package integration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496119" y="409352"/>
            <a:ext cx="744141" cy="188565"/>
          </a:xfrm>
          <a:prstGeom prst="roundRect">
            <a:avLst>
              <a:gd name="adj" fmla="val 47365"/>
            </a:avLst>
          </a:prstGeom>
          <a:solidFill>
            <a:srgbClr val="CCF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70533" y="446559"/>
            <a:ext cx="1052513" cy="11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50"/>
              <a:buFont typeface="Geist"/>
              <a:buNone/>
            </a:pPr>
            <a:r>
              <a:rPr lang="en-US" sz="7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PROJECT 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96119" y="641300"/>
            <a:ext cx="8151763" cy="775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CompanionCat — Intelligent Linux Desktop Companion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96119" y="1687637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96119" y="1989981"/>
            <a:ext cx="3924598" cy="4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Users notice high CPU, RAM, temperature, or battery issues </a:t>
            </a:r>
            <a:r>
              <a:rPr lang="en-US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too late.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96119" y="2563713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96119" y="2866058"/>
            <a:ext cx="3924598" cy="4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Real-time Linux monitoring through an </a:t>
            </a:r>
            <a:r>
              <a:rPr lang="en-US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animated desktop cat companion.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96119" y="3439790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Monitored Metrics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96119" y="3742134"/>
            <a:ext cx="3924598" cy="41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3040" marR="0" lvl="0" indent="-2057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50"/>
              <a:buFont typeface="Geist"/>
              <a:buChar char="•"/>
            </a:pPr>
            <a:r>
              <a:rPr lang="en-US" sz="11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CPU, RAM, Disk, Network, Battery, Temperature, Process Count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040" marR="0" lvl="0" indent="-2057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150"/>
              <a:buFont typeface="Geist"/>
              <a:buChar char="•"/>
            </a:pPr>
            <a:r>
              <a:rPr lang="en-US" sz="11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Taskbar icon &amp; smart alerts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728046" y="1687637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Cat Expressions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728046" y="2003524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856783" y="2132261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😸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Happy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856783" y="2439367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System healthy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744593" y="2003524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873329" y="2132261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😴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Sleeping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873329" y="2439367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Low activity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728046" y="2909218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856783" y="3037954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Working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856783" y="3345061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Moderate load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744593" y="2909218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73329" y="3037954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😤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Angry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73329" y="3345061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High CPU/RAM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728046" y="3814911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856783" y="3943648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😨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Scared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856783" y="4250754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Critical alert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744593" y="3814911"/>
            <a:ext cx="1908051" cy="797198"/>
          </a:xfrm>
          <a:prstGeom prst="roundRect">
            <a:avLst>
              <a:gd name="adj" fmla="val 14004"/>
            </a:avLst>
          </a:prstGeom>
          <a:solidFill>
            <a:srgbClr val="D1EFE4"/>
          </a:solidFill>
          <a:ln w="9525" cap="flat" cmpd="sng">
            <a:solidFill>
              <a:srgbClr val="B7D5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873329" y="3943648"/>
            <a:ext cx="1650578" cy="19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🍽</a:t>
            </a:r>
            <a:r>
              <a:rPr lang="en-US" sz="12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 Hungry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873329" y="4250754"/>
            <a:ext cx="1650578" cy="2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00"/>
              <a:buFont typeface="Geist"/>
              <a:buNone/>
            </a:pPr>
            <a:r>
              <a:rPr lang="en-US" sz="12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Low battery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496119" y="389855"/>
            <a:ext cx="2641699" cy="198462"/>
          </a:xfrm>
          <a:prstGeom prst="roundRect">
            <a:avLst>
              <a:gd name="adj" fmla="val 47414"/>
            </a:avLst>
          </a:prstGeom>
          <a:noFill/>
          <a:ln w="9525" cap="flat" cmpd="sng">
            <a:solidFill>
              <a:srgbClr val="0067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74477" y="428997"/>
            <a:ext cx="2942183" cy="12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800"/>
              <a:buFont typeface="Geist"/>
              <a:buNone/>
            </a:pPr>
            <a:r>
              <a:rPr lang="en-US" sz="800" b="0" i="0" u="none" strike="noStrike" cap="none">
                <a:solidFill>
                  <a:srgbClr val="006747"/>
                </a:solidFill>
                <a:latin typeface="Geist"/>
                <a:ea typeface="Geist"/>
                <a:cs typeface="Geist"/>
                <a:sym typeface="Geist"/>
              </a:rPr>
              <a:t>PROJECT 02 — OS CONCEPTS &amp; IMPLEMENTATION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96119" y="636463"/>
            <a:ext cx="8151763" cy="40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CompanionCat</a:t>
            </a:r>
            <a:endParaRPr sz="2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96119" y="1346002"/>
            <a:ext cx="3916487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OS Concepts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685627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/>
          <p:nvPr/>
        </p:nvSpPr>
        <p:spPr>
          <a:xfrm>
            <a:off x="496119" y="2162845"/>
            <a:ext cx="1882973" cy="40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Process Management &amp; Scheduling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9632" y="1685627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2529632" y="2162845"/>
            <a:ext cx="1882973" cy="40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Threads &amp; Synchronization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2812033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496119" y="3289250"/>
            <a:ext cx="1882973" cy="40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System Monitoring (/proc, /sys)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29632" y="2812033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2529632" y="3289250"/>
            <a:ext cx="188297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Signal Handling &amp; IPC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119" y="3938439"/>
            <a:ext cx="326678" cy="32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496119" y="4415656"/>
            <a:ext cx="1882973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Resource Management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736157" y="1346002"/>
            <a:ext cx="3916487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50"/>
              <a:buFont typeface="Arial"/>
              <a:buNone/>
            </a:pPr>
            <a:r>
              <a:rPr lang="en-US" sz="15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36157" y="1670596"/>
            <a:ext cx="3916487" cy="104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Monitoring daemon + UI widget + tray icon + alert engine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Expected</a:t>
            </a:r>
            <a:r>
              <a:rPr lang="en-US" sz="1300" b="1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:</a:t>
            </a:r>
            <a:r>
              <a:rPr lang="en-US" sz="13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Lightweight always-visible system companion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736157" y="2758311"/>
            <a:ext cx="3916487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50"/>
              <a:buFont typeface="Arial"/>
              <a:buNone/>
            </a:pPr>
            <a:r>
              <a:rPr lang="en-US" sz="1550" b="1" i="0" u="none" strike="noStrike" cap="none" dirty="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736156" y="3050618"/>
            <a:ext cx="3916487" cy="54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CPU overhead, memory usage, detection latency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 dirty="0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UI responsiveness &amp; user study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36156" y="3826434"/>
            <a:ext cx="3916487" cy="20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250"/>
              <a:buFont typeface="Arial"/>
              <a:buNone/>
            </a:pPr>
            <a:r>
              <a:rPr lang="en-US" sz="1550" b="1" i="0" u="none" strike="noStrike" cap="none" dirty="0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736157" y="4151412"/>
            <a:ext cx="3916487" cy="544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Historical graphs, remote monitoring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Anomaly detection, mobile notifications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496119" y="390525"/>
            <a:ext cx="451247" cy="114374"/>
          </a:xfrm>
          <a:prstGeom prst="roundRect">
            <a:avLst>
              <a:gd name="adj" fmla="val 47411"/>
            </a:avLst>
          </a:prstGeom>
          <a:solidFill>
            <a:srgbClr val="CCF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541288" y="413072"/>
            <a:ext cx="818108" cy="69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450"/>
              <a:buFont typeface="Geist"/>
              <a:buNone/>
            </a:pPr>
            <a:r>
              <a:rPr lang="en-US" sz="4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PROJECT 03</a:t>
            </a:r>
            <a:endParaRPr sz="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96119" y="520898"/>
            <a:ext cx="8151763" cy="23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CommandAgent — Human Language Linux Command Assistant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861120"/>
            <a:ext cx="2733675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3418210" y="1552129"/>
            <a:ext cx="5234360" cy="11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418222" y="1775201"/>
            <a:ext cx="56916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Geist"/>
              <a:buNone/>
            </a:pPr>
            <a:r>
              <a:rPr lang="en-US" sz="11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New Linux users </a:t>
            </a:r>
            <a:r>
              <a:rPr lang="en-US" sz="1100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struggle to remember</a:t>
            </a:r>
            <a:r>
              <a:rPr lang="en-US" sz="11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terminal commands.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418210" y="1995890"/>
            <a:ext cx="5234400" cy="1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418210" y="2153512"/>
            <a:ext cx="5691600" cy="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Geist"/>
              <a:buNone/>
            </a:pPr>
            <a:r>
              <a:rPr lang="en-US" sz="11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Execute Linux tasks from </a:t>
            </a:r>
            <a:r>
              <a:rPr lang="en-US" sz="1100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simple human-language instructions.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418210" y="2439665"/>
            <a:ext cx="5234400" cy="1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Example Commands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418210" y="2705886"/>
            <a:ext cx="52344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760" marR="0" lvl="0" indent="-13716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50"/>
              <a:buFont typeface="Geist"/>
              <a:buChar char="•"/>
            </a:pPr>
            <a:r>
              <a:rPr lang="en-US" sz="9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“Show large files”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760" marR="0" lvl="0" indent="-13716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50"/>
              <a:buFont typeface="Geist"/>
              <a:buChar char="•"/>
            </a:pPr>
            <a:r>
              <a:rPr lang="en-US" sz="9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“Create a folder named Project”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760" marR="0" lvl="0" indent="-13716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50"/>
              <a:buFont typeface="Geist"/>
              <a:buChar char="•"/>
            </a:pPr>
            <a:r>
              <a:rPr lang="en-US" sz="9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“Check memory usage”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1760" marR="0" lvl="0" indent="-13716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950"/>
              <a:buFont typeface="Geist"/>
              <a:buChar char="•"/>
            </a:pPr>
            <a:r>
              <a:rPr lang="en-US" sz="9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“Kill Chrome”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418210" y="3327212"/>
            <a:ext cx="5234400" cy="1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700"/>
              <a:buFont typeface="Arial"/>
              <a:buNone/>
            </a:pPr>
            <a:r>
              <a:rPr lang="en-US" sz="11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Execution Flow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3684687"/>
            <a:ext cx="4075881" cy="3012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/>
          <p:nvPr/>
        </p:nvSpPr>
        <p:spPr>
          <a:xfrm>
            <a:off x="571426" y="4025875"/>
            <a:ext cx="3925267" cy="11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User Text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684687"/>
            <a:ext cx="4075881" cy="30122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4647307" y="4025875"/>
            <a:ext cx="3925267" cy="11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Intent Parser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119" y="4218831"/>
            <a:ext cx="4075881" cy="30122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571426" y="4560019"/>
            <a:ext cx="3925267" cy="11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Safe Command Generator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0" y="4218831"/>
            <a:ext cx="4075881" cy="3012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4647307" y="4560019"/>
            <a:ext cx="3925267" cy="11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700"/>
              <a:buFont typeface="Arial"/>
              <a:buNone/>
            </a:pPr>
            <a:r>
              <a:rPr lang="en-US" sz="9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Linux Shell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96119" y="545529"/>
            <a:ext cx="2686273" cy="201885"/>
          </a:xfrm>
          <a:prstGeom prst="roundRect">
            <a:avLst>
              <a:gd name="adj" fmla="val 47400"/>
            </a:avLst>
          </a:prstGeom>
          <a:noFill/>
          <a:ln w="9525" cap="flat" cmpd="sng">
            <a:solidFill>
              <a:srgbClr val="0067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575816" y="585341"/>
            <a:ext cx="2984078" cy="12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800"/>
              <a:buFont typeface="Geist"/>
              <a:buNone/>
            </a:pPr>
            <a:r>
              <a:rPr lang="en-US" sz="800" b="0" i="0" u="none" strike="noStrike" cap="none">
                <a:solidFill>
                  <a:srgbClr val="006747"/>
                </a:solidFill>
                <a:latin typeface="Geist"/>
                <a:ea typeface="Geist"/>
                <a:cs typeface="Geist"/>
                <a:sym typeface="Geist"/>
              </a:rPr>
              <a:t>PROJECT 03 — OS CONCEPTS &amp; IMPLEMENTATION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96119" y="797198"/>
            <a:ext cx="8151763" cy="41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CommandAgent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496119" y="1523926"/>
            <a:ext cx="3913808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OS Concepts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871737"/>
            <a:ext cx="1894582" cy="70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700460" y="2018928"/>
            <a:ext cx="1543050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Process Creation &amp; Execution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70" y="1871737"/>
            <a:ext cx="1894656" cy="70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2719611" y="2018928"/>
            <a:ext cx="1543124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Shell &amp; Command Interpretation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706067"/>
            <a:ext cx="1894582" cy="91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700460" y="2853258"/>
            <a:ext cx="1543050" cy="62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Inter-Process Communication (IPC)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5270" y="2706067"/>
            <a:ext cx="1894656" cy="91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2719611" y="2853258"/>
            <a:ext cx="1543124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File System &amp; Permissions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3748087"/>
            <a:ext cx="1894582" cy="70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700460" y="3895279"/>
            <a:ext cx="1543050" cy="415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4B4A4A"/>
                </a:solidFill>
                <a:latin typeface="Arial"/>
                <a:ea typeface="Arial"/>
                <a:cs typeface="Arial"/>
                <a:sym typeface="Arial"/>
              </a:rPr>
              <a:t>Threading &amp; Concurrency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738836" y="1430489"/>
            <a:ext cx="39138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00"/>
              <a:buFont typeface="Arial"/>
              <a:buNone/>
            </a:pPr>
            <a:r>
              <a:rPr lang="en-US" sz="16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738836" y="1762759"/>
            <a:ext cx="39138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Rule-based command parser + safe execution engine + command whitelist + logging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1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Expected:</a:t>
            </a: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 Beginner-friendly Linux command assistant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738836" y="2775108"/>
            <a:ext cx="39138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00"/>
              <a:buFont typeface="Arial"/>
              <a:buNone/>
            </a:pPr>
            <a:r>
              <a:rPr lang="en-US" sz="16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38836" y="3100791"/>
            <a:ext cx="39138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Command accuracy &amp; execution success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Response time &amp; usability testing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738836" y="3554685"/>
            <a:ext cx="3913808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1300"/>
              <a:buFont typeface="Arial"/>
              <a:buNone/>
            </a:pPr>
            <a:r>
              <a:rPr lang="en-US" sz="160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738836" y="3886944"/>
            <a:ext cx="3913808" cy="45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Voice input, multilingual commands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00"/>
              <a:buFont typeface="Geist"/>
              <a:buChar char="•"/>
            </a:pPr>
            <a:r>
              <a:rPr lang="en-US" sz="130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Scripting mode, learning-based suggestions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496119" y="154848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2750"/>
              <a:buFont typeface="Arial"/>
              <a:buNone/>
            </a:pPr>
            <a:r>
              <a:rPr lang="en-US" sz="27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96119" y="2204070"/>
            <a:ext cx="8151763" cy="61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6747"/>
              </a:buClr>
              <a:buSzPts val="3850"/>
              <a:buFont typeface="Arial"/>
              <a:buNone/>
            </a:pPr>
            <a:r>
              <a:rPr lang="en-US" sz="3850" b="1" i="0" u="none" strike="noStrike" cap="none">
                <a:solidFill>
                  <a:srgbClr val="006747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sz="3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96119" y="3028057"/>
            <a:ext cx="8151763" cy="56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B4A4A"/>
              </a:buClr>
              <a:buSzPts val="1350"/>
              <a:buFont typeface="Geist"/>
              <a:buNone/>
            </a:pPr>
            <a:r>
              <a:rPr lang="en-US" sz="1350" b="0" i="0" u="none" strike="noStrike" cap="none">
                <a:solidFill>
                  <a:srgbClr val="4B4A4A"/>
                </a:solidFill>
                <a:latin typeface="Geist"/>
                <a:ea typeface="Geist"/>
                <a:cs typeface="Geist"/>
                <a:sym typeface="Geist"/>
              </a:rPr>
              <a:t>CSE 308 Operating System Sessional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494</Words>
  <Application>Microsoft Office PowerPoint</Application>
  <PresentationFormat>On-screen Show (16:9)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Geist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S.M. Arpon</cp:lastModifiedBy>
  <cp:revision>4</cp:revision>
  <dcterms:modified xsi:type="dcterms:W3CDTF">2026-08-10T15:51:37Z</dcterms:modified>
</cp:coreProperties>
</file>
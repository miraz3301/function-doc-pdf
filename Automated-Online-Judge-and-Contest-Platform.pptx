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4630400" cy="8229600"/>
  <p:notesSz cx="8229600" cy="14630400"/>
  <p:embeddedFontLst>
    <p:embeddedFont>
      <p:font typeface="Roboto Condensed" panose="020B0604020202020204" charset="0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3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0368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AUTOMATED ONLINE JUDGE &amp; CONTEST PLATFORM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Revolutionizing coding education and competition with advanced judging and AI-powered feedback.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3641" y="619601"/>
            <a:ext cx="7569517" cy="913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PROJECT OBJECTIVES: ENHANCING CODING EXPERIENCE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6273641" y="1971913"/>
            <a:ext cx="7569517" cy="1135380"/>
          </a:xfrm>
          <a:prstGeom prst="roundRect">
            <a:avLst>
              <a:gd name="adj" fmla="val 6443"/>
            </a:avLst>
          </a:prstGeom>
          <a:solidFill>
            <a:srgbClr val="E8E8E3"/>
          </a:solidFill>
          <a:ln/>
        </p:spPr>
      </p:sp>
      <p:sp>
        <p:nvSpPr>
          <p:cNvPr id="5" name="Shape 2"/>
          <p:cNvSpPr/>
          <p:nvPr/>
        </p:nvSpPr>
        <p:spPr>
          <a:xfrm>
            <a:off x="6273641" y="1956673"/>
            <a:ext cx="7569517" cy="60960"/>
          </a:xfrm>
          <a:prstGeom prst="roundRect">
            <a:avLst>
              <a:gd name="adj" fmla="val 35979"/>
            </a:avLst>
          </a:prstGeom>
          <a:solidFill>
            <a:srgbClr val="C8CAC1"/>
          </a:solidFill>
          <a:ln/>
        </p:spPr>
      </p:sp>
      <p:sp>
        <p:nvSpPr>
          <p:cNvPr id="8" name="Text 4"/>
          <p:cNvSpPr/>
          <p:nvPr/>
        </p:nvSpPr>
        <p:spPr>
          <a:xfrm>
            <a:off x="6435090" y="2337435"/>
            <a:ext cx="2563416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ROBUST JUDGING ENGINE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35090" y="2653427"/>
            <a:ext cx="7246620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Develop a reliable, high-performance backend to evaluate C, C++, and Java code efficiently.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73641" y="3472815"/>
            <a:ext cx="7569517" cy="1135380"/>
          </a:xfrm>
          <a:prstGeom prst="roundRect">
            <a:avLst>
              <a:gd name="adj" fmla="val 6443"/>
            </a:avLst>
          </a:prstGeom>
          <a:solidFill>
            <a:srgbClr val="E8E8E3"/>
          </a:solidFill>
          <a:ln/>
        </p:spPr>
      </p:sp>
      <p:sp>
        <p:nvSpPr>
          <p:cNvPr id="11" name="Shape 7"/>
          <p:cNvSpPr/>
          <p:nvPr/>
        </p:nvSpPr>
        <p:spPr>
          <a:xfrm>
            <a:off x="6273641" y="3457575"/>
            <a:ext cx="7569517" cy="60960"/>
          </a:xfrm>
          <a:prstGeom prst="roundRect">
            <a:avLst>
              <a:gd name="adj" fmla="val 35979"/>
            </a:avLst>
          </a:prstGeom>
          <a:solidFill>
            <a:srgbClr val="C8CAC1"/>
          </a:solidFill>
          <a:ln/>
        </p:spPr>
      </p:sp>
      <p:sp>
        <p:nvSpPr>
          <p:cNvPr id="14" name="Text 9"/>
          <p:cNvSpPr/>
          <p:nvPr/>
        </p:nvSpPr>
        <p:spPr>
          <a:xfrm>
            <a:off x="6435090" y="3838337"/>
            <a:ext cx="3048000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DYNAMIC CONTEST PLATFORM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35090" y="4154329"/>
            <a:ext cx="7246620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Create a user-friendly site mirroring platforms like Codeforces for competitive programming events.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73641" y="4973717"/>
            <a:ext cx="7569517" cy="1135380"/>
          </a:xfrm>
          <a:prstGeom prst="roundRect">
            <a:avLst>
              <a:gd name="adj" fmla="val 6443"/>
            </a:avLst>
          </a:prstGeom>
          <a:solidFill>
            <a:srgbClr val="E8E8E3"/>
          </a:solidFill>
          <a:ln/>
        </p:spPr>
      </p:sp>
      <p:sp>
        <p:nvSpPr>
          <p:cNvPr id="17" name="Shape 12"/>
          <p:cNvSpPr/>
          <p:nvPr/>
        </p:nvSpPr>
        <p:spPr>
          <a:xfrm>
            <a:off x="6273641" y="4958477"/>
            <a:ext cx="7569517" cy="60960"/>
          </a:xfrm>
          <a:prstGeom prst="roundRect">
            <a:avLst>
              <a:gd name="adj" fmla="val 35979"/>
            </a:avLst>
          </a:prstGeom>
          <a:solidFill>
            <a:srgbClr val="C8CAC1"/>
          </a:solidFill>
          <a:ln/>
        </p:spPr>
      </p:sp>
      <p:sp>
        <p:nvSpPr>
          <p:cNvPr id="20" name="Text 14"/>
          <p:cNvSpPr/>
          <p:nvPr/>
        </p:nvSpPr>
        <p:spPr>
          <a:xfrm>
            <a:off x="6435090" y="5339239"/>
            <a:ext cx="2381726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AI-POWERED FEEDBACK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435090" y="5655231"/>
            <a:ext cx="7246620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Integrate AI for intelligent partial marking, offering detailed insights for coding exams.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273641" y="6474619"/>
            <a:ext cx="7569517" cy="1135380"/>
          </a:xfrm>
          <a:prstGeom prst="roundRect">
            <a:avLst>
              <a:gd name="adj" fmla="val 6443"/>
            </a:avLst>
          </a:prstGeom>
          <a:solidFill>
            <a:srgbClr val="E8E8E3"/>
          </a:solidFill>
          <a:ln/>
        </p:spPr>
      </p:sp>
      <p:sp>
        <p:nvSpPr>
          <p:cNvPr id="23" name="Shape 17"/>
          <p:cNvSpPr/>
          <p:nvPr/>
        </p:nvSpPr>
        <p:spPr>
          <a:xfrm>
            <a:off x="6273641" y="6459379"/>
            <a:ext cx="7569517" cy="60960"/>
          </a:xfrm>
          <a:prstGeom prst="roundRect">
            <a:avLst>
              <a:gd name="adj" fmla="val 35979"/>
            </a:avLst>
          </a:prstGeom>
          <a:solidFill>
            <a:srgbClr val="C8CAC1"/>
          </a:solidFill>
          <a:ln/>
        </p:spPr>
      </p:sp>
      <p:sp>
        <p:nvSpPr>
          <p:cNvPr id="26" name="Text 19"/>
          <p:cNvSpPr/>
          <p:nvPr/>
        </p:nvSpPr>
        <p:spPr>
          <a:xfrm>
            <a:off x="6435090" y="6840141"/>
            <a:ext cx="2247067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MCC COMMUNITY HUB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6435090" y="7156133"/>
            <a:ext cx="7246620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Foster a vibrant learning and competition environment for students and enthusiasts.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6746"/>
            <a:ext cx="11814810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CORE FEATURES &amp; TECH STACK: A JAVA-POWERED SOLUTION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466017"/>
            <a:ext cx="2948702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CORE FEATURES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93790" y="2000488"/>
            <a:ext cx="589717" cy="967383"/>
          </a:xfrm>
          <a:prstGeom prst="roundRect">
            <a:avLst>
              <a:gd name="adj" fmla="val 360022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78098" y="2346008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30906" y="2147888"/>
            <a:ext cx="277379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MULTI-LANGUAGE SUPPORT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530906" y="2525673"/>
            <a:ext cx="560451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C, C++, Java compilation and execution.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93790" y="3115270"/>
            <a:ext cx="589717" cy="967383"/>
          </a:xfrm>
          <a:prstGeom prst="roundRect">
            <a:avLst>
              <a:gd name="adj" fmla="val 360022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78098" y="3460790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30906" y="3262670"/>
            <a:ext cx="246911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AUTOMATED TEST CASES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530906" y="3640455"/>
            <a:ext cx="560451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Secure execution, time/memory limits.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93790" y="4230053"/>
            <a:ext cx="589717" cy="967383"/>
          </a:xfrm>
          <a:prstGeom prst="roundRect">
            <a:avLst>
              <a:gd name="adj" fmla="val 360022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78098" y="4575572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30906" y="4377452"/>
            <a:ext cx="273689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REAL-TIME LEADERBOARDS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530906" y="4755237"/>
            <a:ext cx="560451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Live updates during contests.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93790" y="5344835"/>
            <a:ext cx="589717" cy="967383"/>
          </a:xfrm>
          <a:prstGeom prst="roundRect">
            <a:avLst>
              <a:gd name="adj" fmla="val 360022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78098" y="5690354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30906" y="5492234"/>
            <a:ext cx="219301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AI PARTIAL SCORING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530906" y="5870019"/>
            <a:ext cx="560451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Intelligent feedback, not just pass/fail.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93790" y="6459617"/>
            <a:ext cx="589717" cy="967383"/>
          </a:xfrm>
          <a:prstGeom prst="roundRect">
            <a:avLst>
              <a:gd name="adj" fmla="val 360022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78098" y="6805136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30906" y="6607016"/>
            <a:ext cx="243470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PROBLEM MANAGEMENT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530906" y="6984802"/>
            <a:ext cx="560451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Easy creation and organization of challenges.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502604" y="1466017"/>
            <a:ext cx="2948702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TECH STACK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7502604" y="2000488"/>
            <a:ext cx="589717" cy="967383"/>
          </a:xfrm>
          <a:prstGeom prst="roundRect">
            <a:avLst>
              <a:gd name="adj" fmla="val 360022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686913" y="2346008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239720" y="2147888"/>
            <a:ext cx="481345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FRONTEND: JAVAFX / SPRING BOOT (THYMELEAF)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39720" y="2525673"/>
            <a:ext cx="560451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Rich, responsive user interface.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502604" y="3115270"/>
            <a:ext cx="589717" cy="967383"/>
          </a:xfrm>
          <a:prstGeom prst="roundRect">
            <a:avLst>
              <a:gd name="adj" fmla="val 360022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686913" y="3460790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239720" y="3262670"/>
            <a:ext cx="242566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BACKEND: SPRING BOOT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239720" y="3640455"/>
            <a:ext cx="560451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Scalable, robust application logic.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7502604" y="4230053"/>
            <a:ext cx="589717" cy="967383"/>
          </a:xfrm>
          <a:prstGeom prst="roundRect">
            <a:avLst>
              <a:gd name="adj" fmla="val 360022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686913" y="4575572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239720" y="4377452"/>
            <a:ext cx="243351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DATABASE: POSTGRESQL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8239720" y="4755237"/>
            <a:ext cx="560451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Reliable data storage for users, problems, submissions.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7502604" y="5344835"/>
            <a:ext cx="589717" cy="967383"/>
          </a:xfrm>
          <a:prstGeom prst="roundRect">
            <a:avLst>
              <a:gd name="adj" fmla="val 360022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686913" y="5690354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8239720" y="5492234"/>
            <a:ext cx="379321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AI INTEGRATION: JAVA ML LIBRARIES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8239720" y="5870019"/>
            <a:ext cx="560451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For intelligent code analysis and partial marking.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7502604" y="6459617"/>
            <a:ext cx="589717" cy="967383"/>
          </a:xfrm>
          <a:prstGeom prst="roundRect">
            <a:avLst>
              <a:gd name="adj" fmla="val 360022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686913" y="6805136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5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8239720" y="6607016"/>
            <a:ext cx="303049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CONTAINERIZATION: DOCKER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8239720" y="6984802"/>
            <a:ext cx="560451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Isolated and secure judging environments.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224</Words>
  <Application>Microsoft Office PowerPoint</Application>
  <PresentationFormat>Custom</PresentationFormat>
  <Paragraphs>47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Roboto Condensed</vt:lpstr>
      <vt:lpstr>Arial</vt:lpstr>
      <vt:lpstr>Hubot Sans Bold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FARHAN</cp:lastModifiedBy>
  <cp:revision>2</cp:revision>
  <dcterms:created xsi:type="dcterms:W3CDTF">2025-12-28T14:19:03Z</dcterms:created>
  <dcterms:modified xsi:type="dcterms:W3CDTF">2025-12-28T14:27:15Z</dcterms:modified>
</cp:coreProperties>
</file>
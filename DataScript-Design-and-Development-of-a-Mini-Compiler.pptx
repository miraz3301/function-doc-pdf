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Geist" panose="020B0604020202020204" charset="0"/>
      <p:regular r:id="rId16"/>
    </p:embeddedFont>
    <p:embeddedFont>
      <p:font typeface="Geist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05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20130"/>
            <a:ext cx="2063798" cy="251420"/>
          </a:xfrm>
          <a:prstGeom prst="roundRect">
            <a:avLst>
              <a:gd name="adj" fmla="val 22103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569740"/>
            <a:ext cx="247495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CSE 303 – COMPILER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4" y="1916161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DataScript: Design and Development of a Mini Compiler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623145"/>
            <a:ext cx="1147833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Department of Computer Science and Engineering, MIST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311923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2415" y="3365599"/>
            <a:ext cx="5470785" cy="1972171"/>
          </a:xfrm>
          <a:prstGeom prst="roundRect">
            <a:avLst>
              <a:gd name="adj" fmla="val 6038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7710" y="3530898"/>
            <a:ext cx="514019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710" y="3964980"/>
            <a:ext cx="5140196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 M Sabit Uz Zaman Arpon</a:t>
            </a:r>
            <a:endParaRPr lang="en-US" sz="1600" dirty="0"/>
          </a:p>
          <a:p>
            <a:pPr marL="0" indent="0" algn="l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 202414077</a:t>
            </a:r>
            <a:endParaRPr lang="en-US" sz="16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Nasimul Goni Sakir</a:t>
            </a:r>
            <a:endParaRPr lang="en-US" sz="16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 202414095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3530898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About This Project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3964980"/>
            <a:ext cx="5232666" cy="1075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DataScript is a self-defined mini programming language with a fully functional compiler pipeline — from source code to executable — built entirely in Python with GCC backend integration.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4071"/>
            <a:ext cx="696399" cy="176014"/>
          </a:xfrm>
          <a:prstGeom prst="roundRect">
            <a:avLst>
              <a:gd name="adj" fmla="val 22101"/>
            </a:avLst>
          </a:prstGeom>
          <a:noFill/>
          <a:ln w="635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0926" y="698798"/>
            <a:ext cx="116708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2 OF 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72430"/>
            <a:ext cx="10868745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kern="0" spc="-4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370211"/>
            <a:ext cx="1147833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DataScript compiler project pursues six core objectives that together demonstrate a complete, end-to-end compiler design implementation.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21234"/>
            <a:ext cx="10868745" cy="6946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482" y="1855688"/>
            <a:ext cx="173628" cy="225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8177" y="1749623"/>
            <a:ext cx="10183657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Language Design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18177" y="1986359"/>
            <a:ext cx="1018365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a simplified, purpose-built programming language named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DataScript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well-defined syntax and semantics tailored for data manipulation.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6827"/>
            <a:ext cx="10868745" cy="694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2482" y="2631281"/>
            <a:ext cx="173628" cy="225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18177" y="2525216"/>
            <a:ext cx="10183657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Compiler Development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218177" y="2761952"/>
            <a:ext cx="1018365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a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fully functional compiler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 processes DataScript source files through all required compilation phases without errors.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72420"/>
            <a:ext cx="10868745" cy="6946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482" y="3406874"/>
            <a:ext cx="173628" cy="225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18177" y="3300809"/>
            <a:ext cx="10183657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Implementation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218177" y="3537545"/>
            <a:ext cx="1018365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 all required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compiler phases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lexical analysis, syntax analysis, AST construction, semantic analysis, and code generation.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48013"/>
            <a:ext cx="10868745" cy="6946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2482" y="4182467"/>
            <a:ext cx="173628" cy="225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18177" y="4076402"/>
            <a:ext cx="10183657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IR Generation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218177" y="4313138"/>
            <a:ext cx="1018365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 a well-structured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intermediate representation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 bridges the gap between high-level DataScript code and low-level C code.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723606"/>
            <a:ext cx="10868745" cy="6946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2482" y="4958060"/>
            <a:ext cx="173628" cy="225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18177" y="4851995"/>
            <a:ext cx="10183657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Executable Output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218177" y="5088731"/>
            <a:ext cx="1018365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Produce a final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executable binary (.exe)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by generating C code and invoking GCC for compilation and linking.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99199"/>
            <a:ext cx="10868745" cy="69463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2482" y="5733653"/>
            <a:ext cx="173628" cy="225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1218177" y="5627588"/>
            <a:ext cx="10183657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218177" y="5864324"/>
            <a:ext cx="1018365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Demonstrate the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working compiler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end-to-end, validating the full pipeline from DataScript source to running executable.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9847"/>
            <a:ext cx="994147" cy="251420"/>
          </a:xfrm>
          <a:prstGeom prst="roundRect">
            <a:avLst>
              <a:gd name="adj" fmla="val 22103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729456"/>
            <a:ext cx="140529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3 OF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97347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Requirements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48160"/>
            <a:ext cx="6359862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Functional Requirements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02979"/>
            <a:ext cx="413434" cy="413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1577" y="2412310"/>
            <a:ext cx="573976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Structures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1577" y="2837061"/>
            <a:ext cx="5739760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Dataset declaration and record insertion for structured data management within programs.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05324"/>
            <a:ext cx="413434" cy="4134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1577" y="3705324"/>
            <a:ext cx="573976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Computation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1577" y="4139406"/>
            <a:ext cx="5739760" cy="5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Variables, arithmetic operations, aggregation functions: </a:t>
            </a:r>
            <a:r>
              <a:rPr lang="en-US" sz="1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average()</a:t>
            </a: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maximum()</a:t>
            </a: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minimum()</a:t>
            </a: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014020"/>
            <a:ext cx="413434" cy="4134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1577" y="5014020"/>
            <a:ext cx="573976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 &amp; Output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1577" y="5448102"/>
            <a:ext cx="5739760" cy="5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Conditional statements, comparison operators, </a:t>
            </a:r>
            <a:r>
              <a:rPr lang="en-US" sz="16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output, and robust error handling throughout the pipeline.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312041" y="1782862"/>
            <a:ext cx="4343490" cy="4395192"/>
          </a:xfrm>
          <a:prstGeom prst="roundRect">
            <a:avLst>
              <a:gd name="adj" fmla="val 2742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7477335" y="1948160"/>
            <a:ext cx="4012901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Technical Requirements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477335" y="2382242"/>
            <a:ext cx="4622486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Implementation Language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477335" y="2746077"/>
            <a:ext cx="4012901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 — used for all compiler phases from lexer to C code generator.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477335" y="3432473"/>
            <a:ext cx="4622486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 Compiler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477335" y="3796308"/>
            <a:ext cx="4012901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GCC — invoked to compile generated C code into a native executable binary.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477335" y="4482703"/>
            <a:ext cx="4622486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Target Platforms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477335" y="4846538"/>
            <a:ext cx="4012901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Windows and Linux — cross-platform compatibility for broad usability.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7787"/>
            <a:ext cx="795318" cy="201116"/>
          </a:xfrm>
          <a:prstGeom prst="roundRect">
            <a:avLst>
              <a:gd name="adj" fmla="val 22105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0848" y="587474"/>
            <a:ext cx="124615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4 OF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91170"/>
            <a:ext cx="10868745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485702"/>
            <a:ext cx="5273047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Language Features Supported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19771"/>
            <a:ext cx="5273047" cy="10103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8978" y="1971080"/>
            <a:ext cx="489423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Primitives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8978" y="2291854"/>
            <a:ext cx="4894239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Dataset declaration, record insertion, and variable definitions as the foundational data layer of DataScript programs.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35883"/>
            <a:ext cx="5273047" cy="10103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8978" y="3087191"/>
            <a:ext cx="489423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Arithmetic Expressions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88978" y="3407966"/>
            <a:ext cx="4894239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support for arithmetic operations enabling mathematical computation within DataScript source code.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51995"/>
            <a:ext cx="5273047" cy="10166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8978" y="4203303"/>
            <a:ext cx="489423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Aggregation Functions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88978" y="4524077"/>
            <a:ext cx="4894239" cy="393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minimum()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five built-in dataset aggregation operations.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74456"/>
            <a:ext cx="5273047" cy="10166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8978" y="5325765"/>
            <a:ext cx="489423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 Flow &amp; Output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88978" y="5646539"/>
            <a:ext cx="4894239" cy="393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conditional blocks with comparison operators, and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statements for program output.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63523" y="1485702"/>
            <a:ext cx="5273047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Compiler Phases in Scope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263523" y="1819771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313131" y="1839615"/>
            <a:ext cx="198433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666936" y="1861046"/>
            <a:ext cx="486963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666936" y="2181820"/>
            <a:ext cx="4869634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Lexical analysis, syntax analysis, and AST construction — transforming raw source into a structured tree representation.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263523" y="2780407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313131" y="2800251"/>
            <a:ext cx="198433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666936" y="2821682"/>
            <a:ext cx="486963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Middle-End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666936" y="3142456"/>
            <a:ext cx="4869634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Semantic analysis with a full symbol table, type checking, and intermediate representation (IR) generation.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263523" y="374104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6313131" y="3760887"/>
            <a:ext cx="198433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6666936" y="3782318"/>
            <a:ext cx="486963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666936" y="4103092"/>
            <a:ext cx="4869634" cy="393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 code generation from IR, GCC invocation, and final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binary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0198"/>
            <a:ext cx="796409" cy="201116"/>
          </a:xfrm>
          <a:prstGeom prst="roundRect">
            <a:avLst>
              <a:gd name="adj" fmla="val 22105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0848" y="509885"/>
            <a:ext cx="124724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5 OF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13581"/>
            <a:ext cx="10868745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Compiler Workflow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302345"/>
            <a:ext cx="10868745" cy="393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DataScript compiler operates as a sequential 9-stage pipeline. Each stage transforms its input into a refined representation, ultimately producing a native executable from a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.ds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source file.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589" y="1814711"/>
            <a:ext cx="8416516" cy="31583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8045" y="4201437"/>
            <a:ext cx="1269457" cy="25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Semantic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88181" y="4201437"/>
            <a:ext cx="1269458" cy="25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AST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97011" y="4201437"/>
            <a:ext cx="1269457" cy="25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Syntax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05842" y="4201437"/>
            <a:ext cx="1269457" cy="25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Lexical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279892" y="4201437"/>
            <a:ext cx="1269458" cy="25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Source .ds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5197872"/>
            <a:ext cx="3370476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 (Stages 1–4)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5518646"/>
            <a:ext cx="3370476" cy="773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 ingestion through lexical tokenization, grammar-driven parsing, and abstract syntax tree construction — all implemented in Python.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60952" y="5197872"/>
            <a:ext cx="3370476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Middle-End (Stages 5–7)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60952" y="5518646"/>
            <a:ext cx="3370476" cy="773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Semantic validation, symbol table population, type checking, IR generation, and C code synthesis — the analytical core of the compiler.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60429" y="5197872"/>
            <a:ext cx="3482392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 (Stages 8–9)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60429" y="5518646"/>
            <a:ext cx="3482392" cy="580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Generated C source is handed off to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GCC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native compilation and linking, producing the final platform-executable binary.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1785"/>
            <a:ext cx="792936" cy="201116"/>
          </a:xfrm>
          <a:prstGeom prst="roundRect">
            <a:avLst>
              <a:gd name="adj" fmla="val 22105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0848" y="511473"/>
            <a:ext cx="124377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6 OF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15169"/>
            <a:ext cx="10868745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303933"/>
            <a:ext cx="11478330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DataScript compiler system exposes eight primary use cases — all performed by a single actor: the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DataScript User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227" y="1616472"/>
            <a:ext cx="3784803" cy="4769743"/>
          </a:xfrm>
          <a:prstGeom prst="roundRect">
            <a:avLst>
              <a:gd name="adj" fmla="val 2517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8483" y="1722239"/>
            <a:ext cx="3520292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83" y="2043013"/>
            <a:ext cx="3520292" cy="1062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7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DataScript User</a:t>
            </a:r>
            <a:endParaRPr lang="en-US" sz="13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Any developer or student authoring programs in the DataScript language. The user interacts with the compiler system through source file authorship and command invocation.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8483" y="3257748"/>
            <a:ext cx="3520292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8483" y="3428901"/>
            <a:ext cx="3520292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Boundary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8483" y="3749675"/>
            <a:ext cx="3520292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7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DataScript Compiler System</a:t>
            </a:r>
            <a:endParaRPr lang="en-US" sz="13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Encapsulates all compiler functionality — from source parsing to executable generation — as a single cohesive system.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84784" y="1735534"/>
            <a:ext cx="3422961" cy="1506637"/>
          </a:xfrm>
          <a:prstGeom prst="roundRect">
            <a:avLst>
              <a:gd name="adj" fmla="val 368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9739" y="1880493"/>
            <a:ext cx="396865" cy="39687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8877" y="1989634"/>
            <a:ext cx="178589" cy="1785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729739" y="2383135"/>
            <a:ext cx="3133051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Write DataScript Program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9739" y="2703909"/>
            <a:ext cx="3133051" cy="393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Author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.ds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source files using DataScript syntax.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13510" y="1735534"/>
            <a:ext cx="3422961" cy="1506637"/>
          </a:xfrm>
          <a:prstGeom prst="roundRect">
            <a:avLst>
              <a:gd name="adj" fmla="val 368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258464" y="1880493"/>
            <a:ext cx="396865" cy="39687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7602" y="1989634"/>
            <a:ext cx="178589" cy="1785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58464" y="2383135"/>
            <a:ext cx="3133051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Compile Program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258464" y="2703909"/>
            <a:ext cx="3133051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Invoke the compiler to process the source file end-to-end.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84784" y="3347938"/>
            <a:ext cx="3422961" cy="1500287"/>
          </a:xfrm>
          <a:prstGeom prst="roundRect">
            <a:avLst>
              <a:gd name="adj" fmla="val 3704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729739" y="3492897"/>
            <a:ext cx="396865" cy="39687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8877" y="3602038"/>
            <a:ext cx="178589" cy="17859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29739" y="3995539"/>
            <a:ext cx="3133051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Detect Errors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729739" y="4316313"/>
            <a:ext cx="3133051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 lexical, syntax, and semantic error messages.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113510" y="3347938"/>
            <a:ext cx="3422961" cy="1500287"/>
          </a:xfrm>
          <a:prstGeom prst="roundRect">
            <a:avLst>
              <a:gd name="adj" fmla="val 3704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8258464" y="3492897"/>
            <a:ext cx="396865" cy="39687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7602" y="3602038"/>
            <a:ext cx="178589" cy="17859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58464" y="3995539"/>
            <a:ext cx="3133051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Generate IR &amp; C Code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258464" y="4316313"/>
            <a:ext cx="3133051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Produce intermediate representation and C source output.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584784" y="4953992"/>
            <a:ext cx="6951687" cy="1313160"/>
          </a:xfrm>
          <a:prstGeom prst="roundRect">
            <a:avLst>
              <a:gd name="adj" fmla="val 423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729739" y="5098951"/>
            <a:ext cx="396865" cy="39687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8877" y="5208091"/>
            <a:ext cx="178589" cy="17859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729739" y="5601593"/>
            <a:ext cx="6661777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Generate &amp; Run Executable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729739" y="5922367"/>
            <a:ext cx="6661777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and execute the final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binary, viewing program output.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2444"/>
            <a:ext cx="835004" cy="213717"/>
          </a:xfrm>
          <a:prstGeom prst="roundRect">
            <a:avLst>
              <a:gd name="adj" fmla="val 22102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5809" y="544612"/>
            <a:ext cx="1275921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7 OF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63885"/>
            <a:ext cx="10868745" cy="45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Compiler Flowcharts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399877"/>
            <a:ext cx="11478330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Seven key flowcharts map the internal logic of the DataScript compiler — from the top-level pipeline down to each individual phase.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45456"/>
            <a:ext cx="3543211" cy="16746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48747" y="1846659"/>
            <a:ext cx="168668" cy="219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2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1015" y="2307729"/>
            <a:ext cx="322413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Overall Compiler Flow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1015" y="2607766"/>
            <a:ext cx="3224132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Lexer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AST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Analysis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Generator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Executable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4143" y="1745456"/>
            <a:ext cx="3543311" cy="16746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11414" y="1846659"/>
            <a:ext cx="168668" cy="219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2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83682" y="2307729"/>
            <a:ext cx="322423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Lexical Analysis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3682" y="2607766"/>
            <a:ext cx="3224231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 Stream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Token Recognition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Token Stream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6910" y="1745456"/>
            <a:ext cx="3543311" cy="16746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74181" y="1846659"/>
            <a:ext cx="168668" cy="219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2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46449" y="2307729"/>
            <a:ext cx="322423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Syntax Analysis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146449" y="2607766"/>
            <a:ext cx="3224231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Token Stream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Grammar Rules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Parse Tree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AST</a:t>
            </a:r>
            <a:endParaRPr lang="en-US" sz="13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39530"/>
            <a:ext cx="3543211" cy="14570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348747" y="3640733"/>
            <a:ext cx="168668" cy="219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2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1015" y="4101802"/>
            <a:ext cx="322413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Semantic Analysis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21015" y="4401840"/>
            <a:ext cx="3224132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AST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 Checking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Symbol Table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 AST</a:t>
            </a:r>
            <a:endParaRPr lang="en-US" sz="13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4143" y="3539530"/>
            <a:ext cx="3543311" cy="14570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11414" y="3640733"/>
            <a:ext cx="168668" cy="219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2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483682" y="4101802"/>
            <a:ext cx="322423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IR Generation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483682" y="4401840"/>
            <a:ext cx="3224231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 AST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Intermediate Code Generation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13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6910" y="3539530"/>
            <a:ext cx="3543311" cy="145702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74181" y="3640733"/>
            <a:ext cx="168668" cy="219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2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146449" y="4101802"/>
            <a:ext cx="322423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 Code Generation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8146449" y="4401840"/>
            <a:ext cx="3224231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Code Synthesis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Source File (.c)</a:t>
            </a:r>
            <a:endParaRPr lang="en-US" sz="13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116016"/>
            <a:ext cx="10868745" cy="123944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011514" y="5217220"/>
            <a:ext cx="168668" cy="219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2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821015" y="5678289"/>
            <a:ext cx="10549666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Executable Generation</a:t>
            </a:r>
            <a:endParaRPr lang="en-US" sz="1350" dirty="0"/>
          </a:p>
        </p:txBody>
      </p:sp>
      <p:sp>
        <p:nvSpPr>
          <p:cNvPr id="33" name="Text 24"/>
          <p:cNvSpPr/>
          <p:nvPr/>
        </p:nvSpPr>
        <p:spPr>
          <a:xfrm>
            <a:off x="821015" y="5978327"/>
            <a:ext cx="105496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Source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GCC Compilation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Linking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Executable (.exe)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08782"/>
            <a:ext cx="943051" cy="238820"/>
          </a:xfrm>
          <a:prstGeom prst="roundRect">
            <a:avLst>
              <a:gd name="adj" fmla="val 22106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5730" y="1255911"/>
            <a:ext cx="1364124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8 OF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07232"/>
            <a:ext cx="10868745" cy="510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50" b="1" kern="0" spc="-6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Complete Work Plan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2241649"/>
            <a:ext cx="10868745" cy="49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project is structured across </a:t>
            </a:r>
            <a:r>
              <a:rPr lang="en-US" sz="1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three focused weeks</a:t>
            </a: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each targeting a distinct compiler layer — frontend, middle-end, and backend — culminating in a fully demonstrated working compiler.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07407"/>
            <a:ext cx="3622882" cy="6284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534" y="3685084"/>
            <a:ext cx="330876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Week 1 — Language &amp; 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534" y="4029968"/>
            <a:ext cx="3308763" cy="1455738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DataScript syntax design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 definition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Grammar specification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Lexer implementation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Parser implementation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AST construction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907407"/>
            <a:ext cx="3622882" cy="628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1416" y="3685084"/>
            <a:ext cx="330876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Week 2 — Semantic Analysis &amp; IR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441416" y="4029968"/>
            <a:ext cx="3308763" cy="1204416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Symbol table design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Semantic analysis implementation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Type checking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IR design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IR generation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907407"/>
            <a:ext cx="3622882" cy="628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298" y="3685084"/>
            <a:ext cx="330876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Week 3 — Backend &amp; Finalization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064298" y="4029968"/>
            <a:ext cx="3308763" cy="1462088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 code generator implementation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GCC integration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generation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Testing &amp; debugging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Documentation</a:t>
            </a:r>
            <a:endParaRPr lang="en-US" sz="1200" dirty="0"/>
          </a:p>
          <a:p>
            <a:pPr marL="243840" indent="-24384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Final demonstration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7071"/>
            <a:ext cx="842743" cy="213717"/>
          </a:xfrm>
          <a:prstGeom prst="roundRect">
            <a:avLst>
              <a:gd name="adj" fmla="val 22102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5809" y="579239"/>
            <a:ext cx="1283660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9 OF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98513"/>
            <a:ext cx="10868745" cy="45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Planning Summary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60274" y="1434505"/>
            <a:ext cx="4344085" cy="4886325"/>
          </a:xfrm>
          <a:prstGeom prst="roundRect">
            <a:avLst>
              <a:gd name="adj" fmla="val 2330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0765" y="2357438"/>
            <a:ext cx="406310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0765" y="2705298"/>
            <a:ext cx="4063105" cy="428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DataScript source file (</a:t>
            </a: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 — authored by the programmer using DataScript language syntax.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0765" y="3303588"/>
            <a:ext cx="4063105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0765" y="3492103"/>
            <a:ext cx="406310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Processing Pipeline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00765" y="3839964"/>
            <a:ext cx="4063105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Lexer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AST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Analysis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Code Generator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0765" y="4444603"/>
            <a:ext cx="4063105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0765" y="4633119"/>
            <a:ext cx="406310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0765" y="4980980"/>
            <a:ext cx="4063105" cy="428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 source file (</a:t>
            </a: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 → Native executable (</a:t>
            </a:r>
            <a:r>
              <a:rPr lang="en-US" sz="13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 via GCC.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52400" y="1553964"/>
            <a:ext cx="638407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Final Goal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63235" y="2024162"/>
            <a:ext cx="6173236" cy="633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functional compiler for the self-defined DataScript language — demonstrating all phases of compiler design from lexical analysis through executable generation.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152400" y="1916708"/>
            <a:ext cx="19050" cy="84861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52400" y="2899668"/>
            <a:ext cx="6384071" cy="2545655"/>
          </a:xfrm>
          <a:prstGeom prst="roundRect">
            <a:avLst>
              <a:gd name="adj" fmla="val 231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65100" y="2912368"/>
            <a:ext cx="6358671" cy="840085"/>
          </a:xfrm>
          <a:custGeom>
            <a:avLst/>
            <a:gdLst/>
            <a:ahLst/>
            <a:cxnLst/>
            <a:rect l="l" t="t" r="r" b="b"/>
            <a:pathLst>
              <a:path w="6358671" h="840085">
                <a:moveTo>
                  <a:pt x="49204" y="0"/>
                </a:moveTo>
                <a:lnTo>
                  <a:pt x="6309467" y="0"/>
                </a:lnTo>
                <a:arcTo wR="49204" hR="49205" stAng="16200000" swAng="5400000"/>
                <a:lnTo>
                  <a:pt x="6358671" y="840085"/>
                </a:lnTo>
                <a:lnTo>
                  <a:pt x="0" y="840085"/>
                </a:lnTo>
                <a:lnTo>
                  <a:pt x="0" y="49205"/>
                </a:lnTo>
                <a:arcTo wR="49204" hR="49205" stAng="10800000" swAng="5400000"/>
                <a:close/>
              </a:path>
            </a:pathLst>
          </a:custGeom>
          <a:solidFill>
            <a:srgbClr val="1016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5590" y="3052862"/>
            <a:ext cx="607769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Language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05590" y="3400723"/>
            <a:ext cx="6077691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DataScript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165100" y="3752453"/>
            <a:ext cx="6358671" cy="840085"/>
          </a:xfrm>
          <a:prstGeom prst="rect">
            <a:avLst/>
          </a:prstGeom>
          <a:solidFill>
            <a:srgbClr val="1016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65100" y="3752453"/>
            <a:ext cx="635867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5590" y="3892947"/>
            <a:ext cx="607769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05590" y="4240808"/>
            <a:ext cx="6077691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165100" y="4592538"/>
            <a:ext cx="6358671" cy="840085"/>
          </a:xfrm>
          <a:custGeom>
            <a:avLst/>
            <a:gdLst/>
            <a:ahLst/>
            <a:cxnLst/>
            <a:rect l="l" t="t" r="r" b="b"/>
            <a:pathLst>
              <a:path w="6358671" h="840085">
                <a:moveTo>
                  <a:pt x="0" y="0"/>
                </a:moveTo>
                <a:lnTo>
                  <a:pt x="6358671" y="0"/>
                </a:lnTo>
                <a:lnTo>
                  <a:pt x="6358671" y="790880"/>
                </a:lnTo>
                <a:arcTo wR="49204" hR="49205" stAng="0" swAng="5400000"/>
                <a:lnTo>
                  <a:pt x="49204" y="840085"/>
                </a:lnTo>
                <a:arcTo wR="49204" hR="49205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65100" y="4592538"/>
            <a:ext cx="635867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5590" y="4733032"/>
            <a:ext cx="607769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05590" y="5080893"/>
            <a:ext cx="6077691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GCC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152400" y="5579666"/>
            <a:ext cx="6384071" cy="633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project fulfills the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CSE 303 Compiler Design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Presentation 1 requirements — covering objectives, requirements, scope, workflow, use cases, flowcharts, and a structured three-week work plan.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1107</Words>
  <Application>Microsoft Office PowerPoint</Application>
  <PresentationFormat>Widescreen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Geist</vt:lpstr>
      <vt:lpstr>Geist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S.M. Arpon</cp:lastModifiedBy>
  <cp:revision>3</cp:revision>
  <dcterms:created xsi:type="dcterms:W3CDTF">2026-08-29T14:13:00Z</dcterms:created>
  <dcterms:modified xsi:type="dcterms:W3CDTF">2026-08-29T18:38:56Z</dcterms:modified>
</cp:coreProperties>
</file>